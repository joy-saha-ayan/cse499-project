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962" y="282804"/>
            <a:ext cx="108889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800" b="1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TruthLens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 - Analysis of Existing Deepfake Detector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8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Name: Subroto Ghosh ; ID: 2212150642 , Group: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962" y="1667642"/>
            <a:ext cx="108889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2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Project: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https://github.com/TRahulsingh/DeepfakeDetector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existing system and identify research gaps.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runs successfully but struggles with modern AI-generated images.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objective: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it through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TruthLens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Practical Run Result</a:t>
            </a:r>
          </a:p>
        </p:txBody>
      </p:sp>
      <p:pic>
        <p:nvPicPr>
          <p:cNvPr id="3" name="Picture 2" descr="a59cfc18-0a39-475a-a6e8-ab9030cd8348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731520"/>
            <a:ext cx="6490354" cy="49716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2079" y="1460529"/>
            <a:ext cx="485480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rPr dirty="0"/>
              <a:t>Result Summary</a:t>
            </a:r>
          </a:p>
          <a:p>
            <a:pPr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Application launched successfully.</a:t>
            </a:r>
          </a:p>
          <a:p>
            <a:pPr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 AI-generated image predicted as REAL.</a:t>
            </a:r>
          </a:p>
          <a:p>
            <a:pPr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Confidence: 87.06% Real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0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a major limitation in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AI-generated images.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is Fake but Model provide Real. </a:t>
            </a:r>
          </a:p>
          <a:p>
            <a:pPr marL="342900" indent="-342900">
              <a:buFont typeface="Wingdings" panose="05000000000000000000" pitchFamily="2" charset="2"/>
              <a:buChar char="q"/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not producing accurate results.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116" y="382935"/>
            <a:ext cx="53703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Experimental Result - False Positive</a:t>
            </a:r>
          </a:p>
        </p:txBody>
      </p:sp>
      <p:pic>
        <p:nvPicPr>
          <p:cNvPr id="3" name="Picture 2" descr="af17dd1d-aeaa-4f8d-8ff0-75a023abed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16" y="1091380"/>
            <a:ext cx="5948514" cy="4629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70482" y="1091380"/>
            <a:ext cx="549582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Tested another AI-generated image.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predicted: REAL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Confidence: 99.86%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further demonstrates that the current model cannot reliably detect recent AI-generated images.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is Fake but Model provide Real. </a:t>
            </a:r>
          </a:p>
          <a:p>
            <a:pPr marL="342900" indent="-342900">
              <a:buFont typeface="Wingdings" panose="05000000000000000000" pitchFamily="2" charset="2"/>
              <a:buChar char="q"/>
              <a:defRPr sz="2000" b="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not producing accurate results. 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Major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❌ Pretrained EfficientNet-B0 model.</a:t>
            </a:r>
          </a:p>
          <a:p>
            <a:pPr>
              <a:defRPr sz="2200"/>
            </a:pPr>
            <a:r>
              <a:rPr dirty="0"/>
              <a:t>❌ Weak performance on modern diffusion/AI images.</a:t>
            </a:r>
          </a:p>
          <a:p>
            <a:pPr>
              <a:defRPr sz="2200"/>
            </a:pPr>
            <a:r>
              <a:rPr dirty="0"/>
              <a:t>❌ No OCR for screenshots/news.</a:t>
            </a:r>
          </a:p>
          <a:p>
            <a:pPr>
              <a:defRPr sz="2200"/>
            </a:pPr>
            <a:r>
              <a:rPr dirty="0"/>
              <a:t>❌ No Reverse Image Search.</a:t>
            </a:r>
          </a:p>
          <a:p>
            <a:pPr>
              <a:defRPr sz="2200"/>
            </a:pPr>
            <a:r>
              <a:rPr dirty="0"/>
              <a:t>❌ No Fact-check API.</a:t>
            </a:r>
          </a:p>
          <a:p>
            <a:pPr>
              <a:defRPr sz="2200"/>
            </a:pPr>
            <a:r>
              <a:rPr dirty="0"/>
              <a:t>❌ No Bangla multimodal understanding.</a:t>
            </a:r>
          </a:p>
          <a:p>
            <a:pPr>
              <a:defRPr sz="2200"/>
            </a:pPr>
            <a:r>
              <a:rPr dirty="0"/>
              <a:t>❌ No Explainable AI (XAI).</a:t>
            </a:r>
          </a:p>
          <a:p>
            <a:pPr>
              <a:defRPr sz="2200"/>
            </a:pPr>
            <a:r>
              <a:rPr dirty="0"/>
              <a:t>❌ Limited robustness and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Existing System vs TruthLens 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229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dirty="0"/>
                        <a:t>Existing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TruthLens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EfficientNet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Vision-Language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Image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Image+News+Screenshot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No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No Fact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Fact-check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No Reverse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Reverse Image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No XAI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Explainable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No 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Bangla Multimodal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277</Words>
  <Application>Microsoft Office PowerPoint</Application>
  <PresentationFormat>Custom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SUBROTO GHOSH</dc:creator>
  <cp:keywords/>
  <dc:description>generated using python-pptx</dc:description>
  <cp:lastModifiedBy>shuvo ghosh</cp:lastModifiedBy>
  <cp:revision>2</cp:revision>
  <dcterms:created xsi:type="dcterms:W3CDTF">2013-01-27T09:14:16Z</dcterms:created>
  <dcterms:modified xsi:type="dcterms:W3CDTF">2026-07-14T12:51:21Z</dcterms:modified>
  <cp:category/>
</cp:coreProperties>
</file>