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0" y="9144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1031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32918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PROPOSAL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Multimodal Misinformation Verification for Bangla Social-Media Content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· Proposed work, not yet implemented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misinformation spreads through text, images, and videos.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often focus on Fake / Real classification.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alone does not show whether the factual claim is supported by reliable evidence.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2044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520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FROM PREDICTION TO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Core Idea?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EF1F6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1F6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Real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65376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73552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Assessment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89904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Verification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78624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Explanation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 not simply ask whether a post looks fake. We ask what the post claims, what reliable evidence says, and whether the modalities and evidence are consistent.”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IS MISSING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evidence may be relevant but not sufficient to justify a verdict.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contradiction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and video may describe different events, dates, places, or contexts.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Missing-modality robustness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external evidence compensate when image/video information is unavailable?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889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validity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can inflate results through claim / event / media leakage.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framed conservatively: Bangla-specific multimodal verification + evidence grounding + provenance + leakage-resistant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FOUR CORE RQS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143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can multimodal Bangla social-media content be converted into verifiable factual claims?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8745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8745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can relevant external evidence be retrieved for those Bangla claims?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606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adding retrieved evidence improve misinformation verification compared with multimodal content alone?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337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system generalize to unseen events/topics without information leakage?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Can the system produce explanations that are actually supported by the retrieved evidence?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Understand the post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social-media content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+ Audio + OCR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9008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18104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5701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85032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checkworthiness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239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claim representation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Find evidence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+ news + web sources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ranking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Verify &amp; explain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verification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/ Refuted / Insufficient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explanation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3977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labels: SUPPORTED · REFUTED · INSUFFICIENT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CLAIM-CENTRIC, MULTIMODAL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Strategy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≈100–150 samples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(if the pipeline works)</a:t>
            </a:r>
            <a:endParaRPr lang="en-US" sz="12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≈1,000–1,500 high-quality samples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sample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URL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51776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text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007608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transcript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Checkworthiness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URL / text / rank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verdict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007608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33756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07608" y="333756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6E3"/>
          </a:solidFill>
          <a:ln w="12700">
            <a:solidFill>
              <a:srgbClr val="E8D9A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</a:t>
            </a:r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determines final ground truth. LLM/AI output is assistance, not ground truth.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HUMAN-VERIFIED LABELS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&amp; Annotation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evidence supports the claim.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23A4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 / REFUTED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evidence contradicts the claim.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7791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reliable evidence is not available.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7432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claim / evidence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7432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7432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annotation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404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8404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provenance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8404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consistency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8404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PROGRESSIVE BASELINES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1887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Transcript only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47088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only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78608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05456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Visual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36976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163824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Visual + OCR / Transcript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95344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822192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Retrieved Evidence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1887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1–4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does retrieved evidence actually improve verification?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ACCURACY ALONE IS NOT ENOUGH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Leakage-Resistant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Macro-F1 · Calibration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 · Recall@5 · Recall@10 · MRR / nDCG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· Support / Contradiction relationship · Sufficiency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743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splits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Claim-disjoint · Source-held-out · Temporal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LEAKAGE MATTERS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5087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2860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BEAEC"/>
          </a:solidFill>
          <a:ln w="12700">
            <a:solidFill>
              <a:srgbClr val="B23A4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 / event / media in both sets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2461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B23A48"/>
          </a:solidFill>
          <a:ln w="12700">
            <a:solidFill>
              <a:srgbClr val="B23A4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Artificially high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CONSERVATIVE CLAIMS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 &amp; Novelty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Bangla multimodal misinformation verification benchmark and evaluation framework linking social-media content to explicit factual claims, retrieved evidence, human-verified verdicts, and evidence-grounded explanations, with leakage-resistant evaluation.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9631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Claim-centric Bangla multimodal benchmark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49631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3774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 + assessment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9631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774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consistency / contradiction analysis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2783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Human-verified evidence-grounded labels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22783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Leakage-resistant evaluation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2783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explanations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a completely novel architecture.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combination, benchmark design, verification setting, and rigorous evaluation.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ROADMAP (PROPOSED)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Final Vision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7772400" cy="0"/>
          </a:xfrm>
          <a:prstGeom prst="line">
            <a:avLst/>
          </a:prstGeom>
          <a:noFill/>
          <a:ln w="25400">
            <a:solidFill>
              <a:srgbClr val="C9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+ annotation guideline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100-sample pilot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annotation pipeline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dataset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evidence experiments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Leakage-resistant evaluation + analysis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Fake / Real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Evidence-Grounded Verification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2026-09-29T17:00:30Z</dcterms:created>
  <dcterms:modified xsi:type="dcterms:W3CDTF">2026-09-29T17:00:30Z</dcterms:modified>
</cp:coreProperties>
</file>